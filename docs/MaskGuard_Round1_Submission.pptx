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Leader Name]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1: Smart Data Masking (PII)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full of card numbers, Aadhaar, PAN and balances, with no per-role control over what each person sees.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redacted or keyed tokens.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anywhere: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wire proxy for BI tools, REST API, CLI, dashboard; tamper-evident audit and automated PIA.</a:t>
            </a:r>
            <a:endParaRPr lang="en-US" sz="1050" dirty="0"/>
          </a:p>
        </p:txBody>
      </p:sp>
      <p:pic>
        <p:nvPicPr>
          <p:cNvPr id="103" name="Screenshot 103" descr="Dashboard: the same query as Admin, Support and Analyst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63385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709160" y="2505217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(PostgreSQL): one query, three roles</a:t>
            </a:r>
            <a:endParaRPr lang="en-US" sz="950" dirty="0"/>
          </a:p>
        </p:txBody>
      </p:sp>
      <p:sp>
        <p:nvSpPr>
          <p:cNvPr id="105" name="Rewrite example"/>
          <p:cNvSpPr txBox="1"/>
          <p:nvPr/>
        </p:nvSpPr>
        <p:spPr>
          <a:xfrm>
            <a:off x="4709160" y="2825257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interface; apps use the REST API, SDK or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ever comes from the session.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report: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without literals; one-click PIA report mapped to DPDP Rule 6.</a:t>
            </a:r>
            <a:endParaRPr lang="en-US" sz="1050" dirty="0"/>
          </a:p>
        </p:txBody>
      </p:sp>
      <p:sp>
        <p:nvSpPr>
          <p:cNvPr id="103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4" name="BI tools · API · CLI · Dashboard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tools · API · CLI · Dashboard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PostgreSQL wire proxy or SDK</a:t>
            </a:r>
            <a:endParaRPr lang="en-US" sz="850" dirty="0"/>
          </a:p>
        </p:txBody>
      </p:sp>
      <p:sp>
        <p:nvSpPr>
          <p:cNvPr id="105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6" name="Audit log + PIA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+ PIA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hash-chained, no literals</a:t>
            </a:r>
            <a:endParaRPr lang="en-US" sz="850" dirty="0"/>
          </a:p>
        </p:txBody>
      </p:sp>
      <p:sp>
        <p:nvSpPr>
          <p:cNvPr id="107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8" name="Policy as code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as code</a:t>
            </a:r>
            <a:endParaRPr lang="en-US" sz="1000" dirty="0"/>
          </a:p>
        </p:txBody>
      </p:sp>
      <p:sp>
        <p:nvSpPr>
          <p:cNvPr id="109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0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1" name="Arrow 111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2" name="Arrow 112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8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(Apache-2.0), 2,880 unseen columns; attack suite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error for analysts (n=150)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94760"/>
            <a:ext cx="8138160" cy="1051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reproducible from the repo; ~8 ms added per query; SQLite, PostgreSQL and MySQL.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Attack suite as Analyst: naive 15/17 leaks, MaskGuard 0/17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81417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Threat monitor: simulated insider alerted at query 8, blocked at 22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3167482"/>
            <a:ext cx="4206240" cy="131903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513944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 as Analyst (top); insider alerted at query 8, blocked at 22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Admin / Support / Analyst: one query, three views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scanner tags with source, confidence and evidence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vs MaskGuard, live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monitor: a simulated insider is blocked live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analyst averages with a privacy budget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Checksums, audit chain and one-click PIA report</a:t>
            </a:r>
            <a:endParaRPr lang="en-US" sz="110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566160"/>
            <a:ext cx="3749040" cy="11887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docker compose up --build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:8501 · API :8000/docs · psql :6543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docs/demo.mp4 in the repo (paste your upload link here)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